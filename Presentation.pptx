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447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17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626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90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104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537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71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700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54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273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29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14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84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4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93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221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311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Cyclistic Bike-Share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Report Summary</a:t>
            </a:r>
          </a:p>
          <a:p>
            <a:r>
              <a:t>Prepared by Anurudh B. 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Analyzes casual vs. member usage to improve strategy.</a:t>
            </a:r>
          </a:p>
          <a:p>
            <a:pPr algn="l">
              <a:defRPr sz="1800"/>
            </a:pPr>
            <a:endParaRPr/>
          </a:p>
          <a:p>
            <a:pPr algn="l">
              <a:defRPr sz="1800"/>
            </a:pPr>
            <a:r>
              <a:t>Key Focus:</a:t>
            </a:r>
          </a:p>
          <a:p>
            <a:pPr algn="l">
              <a:defRPr sz="1800"/>
            </a:pPr>
            <a:r>
              <a:t>- Boost memberships</a:t>
            </a:r>
          </a:p>
          <a:p>
            <a:pPr algn="l">
              <a:defRPr sz="1800"/>
            </a:pPr>
            <a:r>
              <a:t>- Optimize availability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Type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- Members ride more often and take shorter trips.</a:t>
            </a:r>
          </a:p>
          <a:p>
            <a:pPr algn="l">
              <a:defRPr sz="1800"/>
            </a:pPr>
            <a:r>
              <a:t>- Casual riders take longer, leisure-focused rides.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of Week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dirty="0"/>
              <a:t>- Casual riders peak on weekends.</a:t>
            </a:r>
          </a:p>
          <a:p>
            <a:pPr algn="l">
              <a:defRPr sz="1800"/>
            </a:pPr>
            <a:r>
              <a:rPr dirty="0"/>
              <a:t>- Members ride mostly on weekdays (commuting).</a:t>
            </a:r>
          </a:p>
          <a:p>
            <a:pPr algn="l">
              <a:defRPr sz="1800"/>
            </a:pPr>
            <a:endParaRPr dirty="0"/>
          </a:p>
          <a:p>
            <a:pPr algn="l">
              <a:defRPr sz="1800"/>
            </a:pPr>
            <a:r>
              <a:rPr dirty="0"/>
              <a:t>Promote weekend plans for casuals.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Usage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- Summer months (Jun–Aug) see the most rides.</a:t>
            </a:r>
          </a:p>
          <a:p>
            <a:pPr algn="l">
              <a:defRPr sz="1800"/>
            </a:pPr>
            <a:r>
              <a:t>- Casual riders drop in winter.</a:t>
            </a:r>
          </a:p>
          <a:p>
            <a:pPr algn="l">
              <a:defRPr sz="1800"/>
            </a:pPr>
            <a:endParaRPr/>
          </a:p>
          <a:p>
            <a:pPr algn="l">
              <a:defRPr sz="1800"/>
            </a:pPr>
            <a:r>
              <a:t>🡆 Launch campaigns in spring.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Bike Type Preferences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- Docked bikes most used.</a:t>
            </a:r>
          </a:p>
          <a:p>
            <a:pPr algn="l">
              <a:defRPr sz="1800"/>
            </a:pPr>
            <a:r>
              <a:t>- Casual riders slightly prefer electric bikes.</a:t>
            </a:r>
          </a:p>
          <a:p>
            <a:pPr algn="l">
              <a:defRPr sz="1800"/>
            </a:pPr>
            <a:endParaRPr/>
          </a:p>
          <a:p>
            <a:pPr algn="l">
              <a:defRPr sz="1800"/>
            </a:pPr>
            <a:r>
              <a:t>🡆 Offer electric bike bundles.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Ride Duration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dirty="0"/>
              <a:t> Casual: Longer trips, especially on weekends.</a:t>
            </a:r>
          </a:p>
          <a:p>
            <a:pPr algn="l">
              <a:defRPr sz="1800"/>
            </a:pPr>
            <a:r>
              <a:rPr dirty="0"/>
              <a:t>Members: Consistent, shorter durations.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Weekend-focused riding     → Casual Riders → Weekend passes</a:t>
            </a:r>
          </a:p>
          <a:p>
            <a:pPr algn="l">
              <a:defRPr sz="1800"/>
            </a:pPr>
            <a:r>
              <a:t>Weekday commuting          → Members       → Loyalty perks</a:t>
            </a:r>
          </a:p>
          <a:p>
            <a:pPr algn="l">
              <a:defRPr sz="1800"/>
            </a:pPr>
            <a:r>
              <a:t>Seasonal usage spikes      → Both          → Summer campaigns</a:t>
            </a:r>
          </a:p>
          <a:p>
            <a:pPr algn="l">
              <a:defRPr sz="1800"/>
            </a:pPr>
            <a:r>
              <a:t>Preference: docked/electric→ Casual Riders → Electric rentals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dirty="0"/>
              <a:t>- Casual = Leisure, long, seasonal</a:t>
            </a:r>
          </a:p>
          <a:p>
            <a:pPr algn="l">
              <a:defRPr sz="1800"/>
            </a:pPr>
            <a:r>
              <a:rPr dirty="0"/>
              <a:t>- Members = Commute, short, frequent</a:t>
            </a:r>
          </a:p>
          <a:p>
            <a:pPr algn="l">
              <a:defRPr sz="1800"/>
            </a:pPr>
            <a:endParaRPr dirty="0"/>
          </a:p>
          <a:p>
            <a:pPr algn="l">
              <a:defRPr sz="1800"/>
            </a:pPr>
            <a:r>
              <a:rPr dirty="0"/>
              <a:t>Convert casuals and retain members.</a:t>
            </a:r>
          </a:p>
          <a:p>
            <a:pPr algn="l">
              <a:defRPr sz="1800"/>
            </a:pPr>
            <a:r>
              <a:rPr dirty="0"/>
              <a:t>Optimize availability by demand.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219</Words>
  <Application>Microsoft Office PowerPoint</Application>
  <PresentationFormat>On-screen Show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Cyclistic Bike-Share Case Study</vt:lpstr>
      <vt:lpstr>Executive Summary</vt:lpstr>
      <vt:lpstr>User Type Behavior</vt:lpstr>
      <vt:lpstr>Day of Week Trends</vt:lpstr>
      <vt:lpstr>Monthly Usage Patterns</vt:lpstr>
      <vt:lpstr>Bike Type Preferences</vt:lpstr>
      <vt:lpstr>Ride Duration Insights</vt:lpstr>
      <vt:lpstr>Summary Table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Anurudh B A</cp:lastModifiedBy>
  <cp:revision>2</cp:revision>
  <dcterms:created xsi:type="dcterms:W3CDTF">2013-01-27T09:14:16Z</dcterms:created>
  <dcterms:modified xsi:type="dcterms:W3CDTF">2025-05-03T07:25:48Z</dcterms:modified>
  <cp:category/>
</cp:coreProperties>
</file>